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34C3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1636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•  BIOLOGY – ZOOLOGY  •  XII STD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in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—  How life continues itself: from a single dividing cell to the fusion of two gametes</a:t>
            </a:r>
            <a:endParaRPr lang="en-US" sz="1500" dirty="0"/>
          </a:p>
        </p:txBody>
      </p:sp>
      <p:pic>
        <p:nvPicPr>
          <p:cNvPr id="7" name="Image 0" descr="icons/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212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of Reproduction  •  Asexual &amp; Sexual Reproduction  •  Parthenogenesis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OUTLINE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6F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icons/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 of Reproduction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asexual and sexual reproduction and identify shared basic features across all life forms.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6F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9456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3591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Asexual Reproduction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7033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fission, budding, fragmentation and regeneration, with real animal examples of each.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6F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19456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icons/e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359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063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Sexual Reproduction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95360" y="37033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syngamy, conjugation, fertilization types, and their evolutionary significance.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organism, however simple or complex, dedicates part of its life to producing the next generation — reproduction is the one feature every living thing shares.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MODES OF REPRODUCTION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Goal, Two Strategies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reproduction shares core features: DNA replication, RNA/protein synthesis, cell division, growth, and formation of reproductive units that fuse or divide to form new individuals.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1B4332"/>
          </a:solidFill>
          <a:ln/>
        </p:spPr>
      </p:sp>
      <p:pic>
        <p:nvPicPr>
          <p:cNvPr id="6" name="Image 0" descr="icons/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606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Asexual Reproduction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parent — no gametes involved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Offspring genetically identical (clones)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somatogenic / blastogenic reproduction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amitotic or mitotic division of body cells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Protista, Bacteria, Archaea &amp; simple animals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2F6F3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60604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1" name="Image 1" descr="icons/e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606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Sexual Reproduction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329184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parents — ovum &amp; sperm gametes fuse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genetic variation among offspring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drives adaptation and evolution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meiosis to form haploid gametes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mode in most higher animals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ASEXUAL REPRODUCTION — FISSION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Fission: Splitting Into New Individuals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Fission is division of the parent body into two or more identical daughter individuals. Nucleus divides first (karyokinesis), then cytoplasm (cytokinesis).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6F3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1348" y="2423160"/>
            <a:ext cx="512064" cy="512064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7" name="Text 5"/>
          <p:cNvSpPr/>
          <p:nvPr/>
        </p:nvSpPr>
        <p:spPr>
          <a:xfrm>
            <a:off x="164134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Irregular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of division not fixed; contractile vacuoles disappear, nucleus divides mitotically.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Amoeba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7428" y="2423160"/>
            <a:ext cx="512064" cy="512064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3" name="Text 11"/>
          <p:cNvSpPr/>
          <p:nvPr/>
        </p:nvSpPr>
        <p:spPr>
          <a:xfrm>
            <a:off x="456742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Transverse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35204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runs along the transverse axis of the body.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657600" y="4846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Paramecium, Planaria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6F3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3508" y="2423160"/>
            <a:ext cx="512064" cy="512064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350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Longitudinal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0" y="35204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and cytoplasm divide along the longitudinal axis.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583680" y="4846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Euglena (flagellates)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0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19588" y="2423160"/>
            <a:ext cx="512064" cy="512064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9588" y="24231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64040" y="3063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Oblique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09760" y="35204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of division is oblique to the body axis.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509760" y="4846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Ceratium (dinoflagellates)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fission also includes multiple fission, plasmotomy, strobilation and sporulation — covered next.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ASEXUAL REPRODUCTION — FISSION, CONTD.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One Parent Yields Many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2F6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Fission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divides repeatedly first; cytoplasm then splits into as many parts as nuclei, producing many daughter cells at once.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9418320" y="169164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Amoeba (favourable conditions, after encystment)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62072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Sporulation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91840" y="2862072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unfavourable conditions, the nucleus fragments; each fragment gets a nuclear membrane, cytoplasm, and a spore-case.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9418320" y="2862072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Amoeba (without encystment)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2F6F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3250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Strobilation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291840" y="4032504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transverse fission where several divisions occur simultaneously, giving many individuals that don't separate immediately.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9418320" y="4032504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 (jellyfish)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0293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Plasmotomy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91840" y="5202936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multinucleated parent divides into multinucleate daughters; nuclear division follows later to restore normal nucleus count.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9418320" y="5202936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Opalina, Pelomyxa (Giant Amoeba)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Encystment: under harsh conditions Amoeba withdraws pseudopodia and secretes a 3-layered chitinous cyst wall, becoming inactive until favourable conditions return.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ASEXUAL REPRODUCTION — BUDDING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Budding: Growing a New Individual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body produces one or more buds; each bud grows into a young one, eventually leading an independent life.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2F6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Exogenous Budding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Buds form on the outer body surface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Hydra: ectoderm &amp; endoderm cells push out to form a bud, connected to the parent's gastrovascular cavity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 develops mouth + tentacles, then constricts at the base and detaches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Hydra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423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Endogenous Budding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9718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buds form inside the cytoplasm and remain within the parent's body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Noctiluca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Sponges form internal buds called gemmules — hard, food-laden balls of archaeocytes that survive harsh conditions and hatch when favourable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Freshwater &amp; marine sponges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ASEXUAL REPRODUCTION — FRAGMENTATION &amp; REGENERATION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Apart, Growing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body breaks into fragments and each fragment has the potential to develop into a new individual (pedal laceration in sea anemones). In tapeworm Taenia solium, gravid proglottids are cut off from the posterior end by apolysis, transferring embryos from the primary host (man) to a secondary host (pig).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studied in Hydra by Abraham Trembley (1740). Regrowth of an injured or lost body part.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245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Morphallaxis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body regrows from a small fragment; parts retain original polarity (oral end grows tentacles, aboral end grows a basal disc).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669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Hydra, Planaria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245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Epimorphosis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of lost body parts. Reparative: only damaged tissue regenerates (e.g. human liver). Restorative: severed parts regrow fully (e.g. starfish arm, lizard tail).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56692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Starfish, wall lizard, humans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SEXUAL REPRODUCTION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of Gametes, Birth of Variation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reproduction involves the fusion of male and female gametes to form a diploid zygote, which develops into a new organism — introducing genetic variation essential for adaptation and evolution.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34C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Syngamy (Fertilization)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of two haploid gametes to produce a diploid zygote.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34C3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514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Conjugation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union of two individuals of the same species; conjugants exchange nuclear material (DNA) and separate. Common in ciliates (Paramecium, Vorticella) and bacteria.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pic>
        <p:nvPicPr>
          <p:cNvPr id="12" name="Image 0" descr="icon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6344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4636008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Fertilization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2960" y="51206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Gametes fuse outside the body, in a water medium.  e.g. Sponges, fishes, amphibians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44348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pic>
        <p:nvPicPr>
          <p:cNvPr id="16" name="Image 1" descr="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66344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4636008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Fertilization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492240" y="51206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Gametes fuse within the body of the female.  e.g. Reptiles, aves, mammals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SEXUAL REPRODUCTION — KINDS OF SYNGAMY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Ways Gametes Can Fuse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2F6F3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Autogamy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2199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 gametes from the same cell/organism fuse.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85800" y="3319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Actinosphaerium, Paramecium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Exogamy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20440" y="222199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Gametes from different parents fuse — biparental.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3520440" y="3319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(dioecious animals)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2F6F3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Hologamy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222199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mature organisms behave as gametes and fuse.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355080" y="3319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Trichonympha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Paedogamy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89720" y="222199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young individuals from mitotic division of the adult cell.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9189720" y="3319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Actinophrys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2F6F3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Merogamy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459943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of small, morphologically different gametes.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85800" y="5696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Protozoa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383280" y="406908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Isogamy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20440" y="459943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of morphologically &amp; physiologically identical gametes.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3520440" y="5696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Monocystis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217920" y="406908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2F6F3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Anisogamy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355080" y="459943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of dissimilar gametes — the term used for higher animals.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6355080" y="5696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invertebrates &amp; all vertebrates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SEXUAL REPRODUCTION — LIFE CYCLE &amp; BREEDING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 of a Life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Juvenile Phase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period from birth to reproductive maturity. Also called the vegetative phase.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Reproductive Phase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organism reproduces and offspring reach maturity — the peak of the life cycle.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Senescent Phase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9260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at the end of the reproductive phase; degeneration sets in body structure &amp; function.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Breeding Patterns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Breeders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only at a particular period of the year.  e.g. Frogs, lizards, most birds, deer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4805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Breeders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50292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breed throughout their sexual maturity.  e.g. Honeybees, poultry, rabbit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SEXUAL REPRODUCTION — PARTHENOGENESIS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Parthenogenesis: Development Without Fertilization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 Parthenos = virgin, Genesis = produce. Development of an egg into a complete individual without fertilization — first discovered by Charles Bonnet in 1745.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Parthenogenesis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Arrhenotoky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90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males produced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547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(honeybee)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5603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Thelytoky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090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females produced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3547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Solenobia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25603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Amphitoky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3090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sex may develop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3547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Aphis gossypii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3566160" cy="1920240"/>
          </a:xfrm>
          <a:prstGeom prst="roundRect">
            <a:avLst>
              <a:gd name="adj" fmla="val 3333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78231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form of reproduction in certain animals — no biparental sex, only females exist.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251960"/>
            <a:ext cx="3566160" cy="1920240"/>
          </a:xfrm>
          <a:prstGeom prst="roundRect">
            <a:avLst>
              <a:gd name="adj" fmla="val 3333"/>
            </a:avLst>
          </a:prstGeom>
          <a:solidFill>
            <a:srgbClr val="52796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78231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sexual reproduction &amp; parthenogenesis occur, e.g. honeybees: fertilized eggs → queen/workers; unfertilized → drones. Paedogenesis seen in liver fluke sporocysts &amp; Redia, and gall fly larvae.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4251960"/>
            <a:ext cx="3566160" cy="1920240"/>
          </a:xfrm>
          <a:prstGeom prst="roundRect">
            <a:avLst>
              <a:gd name="adj" fmla="val 3333"/>
            </a:avLst>
          </a:prstGeom>
          <a:solidFill>
            <a:srgbClr val="F2F6F3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66760" y="478231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Unfertilized egg is induced to develop by physical or chemical stimuli.  e.g. Annelid &amp; sea urchin eggs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234C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Asexual Reproduction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Fission — simple, transverse, longitudinal, oblique; multiple fission, sporulation, strobilation, plasmotomy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Budding — exogenous &amp; endogenous (gemmules)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— pedal laceration, apolysis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— morphallaxis, epimorphosis (reparative &amp; restorative)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Sexual Reproduction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00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Syngamy — external &amp; internal fertilization; autogamy, exogamy, hologamy, paedogamy, merogamy, isogamy, anisogamy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— temporary DNA exchange between individuals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Parthenogenesis — natural (arrhenotoky, thelytoky, amphitoky) &amp; artificial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genetic variation, adaptation &amp; evolution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37944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parthenogenesis produces only males?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0" y="17647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Arrhenotoky  (e.g. honeybee drones)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89504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 of sexual reproduction in bacteria is by: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0" y="28163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941064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86791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of reproduction introduces variation?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0" y="38679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reproduction (and incomplete parthenogenesis)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992624"/>
            <a:ext cx="457200" cy="457200"/>
          </a:xfrm>
          <a:prstGeom prst="ellipse">
            <a:avLst/>
          </a:prstGeom>
          <a:solidFill>
            <a:srgbClr val="52796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91947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first studied regeneration, and in which organism?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 Trembley, 1740 — in Hydra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set (assertion-reasoning, short answer, differentiate) is available on page 9 of the textbook chapter.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in Organisms  •  Unit I  •  Chapter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Reproduction in Organisms</dc:title>
  <dc:subject>PptxGenJS Presentation</dc:subject>
  <dc:creator>Infilabs</dc:creator>
  <cp:lastModifiedBy>Infilabs</cp:lastModifiedBy>
  <cp:revision>1</cp:revision>
  <dcterms:created xsi:type="dcterms:W3CDTF">2026-07-08T11:18:33Z</dcterms:created>
  <dcterms:modified xsi:type="dcterms:W3CDTF">2026-07-08T11:18:33Z</dcterms:modified>
</cp:coreProperties>
</file>